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3750-98C8-39C1-38BA-4CBE94118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2AAC3-F6F5-AD82-D118-ECF4AB63C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5A1ED-B344-0901-110B-0473869F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1E16B-257B-6045-8FEC-77592272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E0B3-E385-023A-F19C-AE28ECFC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4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CD78-50C0-F6B8-76AA-1AA403F6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0E7EF-766D-F717-B029-83F11948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E849C-87BD-CF39-27B2-CFA3033C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5FA17-A6CC-6095-459E-F22917B1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918C-00E1-62D1-B5B6-A9549F5F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3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9A4B-D2B5-D73C-E5F0-F606159C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4A7DA-3470-DD77-9AD2-3F01E9934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823F8-F8BD-62E1-6394-57890A46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E3630-1986-C6F7-DE6E-0009E73F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1D3C-16D7-69EF-F731-F1282648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9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F013-F8BA-62DA-D571-661CFA26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C9155-09D0-9AC0-63BD-F8A2B2CD7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D5856-735A-1B76-9060-C1E413FA7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BB548-1B59-5958-9D5F-943049A3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FC1AD-8E7C-19E1-77CD-189F9BAD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5D4B8-E7A5-5135-E52D-B07AF329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3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27B0-A189-925B-33AF-27E225E0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F65A2-B0EE-8C2C-06C7-E64E49DA2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A171D-2D49-AEC4-3C08-7EE07EEE9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6DD43-E403-259A-C705-C8198C17C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F59B5-CE15-3706-EA06-F805C8AE3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42051-E05E-5167-7755-B6BD86A7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915A88-FF66-4BCC-DC0A-973FA280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EB24C8-8B23-74DF-BE5A-A0866350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9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6A40-8C01-B982-5A38-BDB89E2F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4FE5F-6DFF-8D99-E3A6-3BE93791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7C6EB-0559-5240-AEF7-43A09412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3EE3B-1821-F43D-E179-C45F515D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1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24388-637F-0FE1-2361-C62B7F69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BF745-5077-8953-3C3F-66835010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5224-8580-8594-5165-C54878DF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0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8020-B1BF-94F0-3881-6D758CE1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B76A-E9E6-7BF6-531E-263944CA2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8AE65-CBA3-932B-5552-53488C52D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1736B-483D-8362-4E74-1FD7FD6C5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D8407-51C4-4823-CA34-6393284FC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25C67-6706-DE8D-97C1-555BEE94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3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AD4D-76B8-16B2-F414-3F1BD21F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4B0A8-56C7-5439-1E6E-584D2E514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A52D8-F6B3-2979-B9D6-2BDE38A8C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9421F-7473-73F6-664D-AE4F54B5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D2C65-C1A4-7F05-CB3A-92B7A244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ADD19-913C-4655-F223-F45B0F7D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7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6241-1EAB-3A4C-9B69-8354F842A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2B6E8-A4A3-9052-4A6A-491250D22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50658-6EE1-5144-1A76-B340CEC8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3525C-6C57-F67D-069A-B0573A7A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F7CEA-559E-B3C6-8BB2-66FE9113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7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7579B-B045-533E-29D6-9D3B56F00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876D3-7A2F-397E-1188-B4FE022E7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BED06-124B-49FE-7335-B0C0F6ED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0B48-1556-2F47-8576-AAEFD69A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49062-6C07-2B5B-6DA9-72EAFBE8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101343-9F94-3B28-901B-B4129E40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45ED3-50DE-0C04-8AE7-E35E83A07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912C5-9917-7215-634D-0052E5016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A376D-58FE-2B4C-B98C-58EE3280AD79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E2CA2-838F-6E4E-9931-F6CF4F4E3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36CB6-799A-4A3D-7C2B-747379E1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DA081-4079-6E44-BAD6-16A71FBCD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6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5D5E50-8874-59F7-0272-436FED47B3BF}"/>
              </a:ext>
            </a:extLst>
          </p:cNvPr>
          <p:cNvSpPr/>
          <p:nvPr/>
        </p:nvSpPr>
        <p:spPr>
          <a:xfrm>
            <a:off x="1075038" y="1149178"/>
            <a:ext cx="5140411" cy="4843849"/>
          </a:xfrm>
          <a:prstGeom prst="rect">
            <a:avLst/>
          </a:prstGeom>
          <a:noFill/>
          <a:ln w="1016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681E8-C46F-9ECF-F1F4-FB78300AA558}"/>
              </a:ext>
            </a:extLst>
          </p:cNvPr>
          <p:cNvSpPr txBox="1"/>
          <p:nvPr/>
        </p:nvSpPr>
        <p:spPr>
          <a:xfrm>
            <a:off x="1186249" y="1248032"/>
            <a:ext cx="1262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Castle </a:t>
            </a:r>
            <a:r>
              <a:rPr lang="en-US" dirty="0" err="1"/>
              <a:t>UiO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269FB0-1AA9-311E-9558-7AF51184806C}"/>
              </a:ext>
            </a:extLst>
          </p:cNvPr>
          <p:cNvSpPr/>
          <p:nvPr/>
        </p:nvSpPr>
        <p:spPr>
          <a:xfrm>
            <a:off x="1396313" y="5060090"/>
            <a:ext cx="842011" cy="494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21C6C3-C637-F799-CF4B-FFD47C2375B4}"/>
              </a:ext>
            </a:extLst>
          </p:cNvPr>
          <p:cNvSpPr/>
          <p:nvPr/>
        </p:nvSpPr>
        <p:spPr>
          <a:xfrm>
            <a:off x="1276865" y="3006811"/>
            <a:ext cx="3072713" cy="2702011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F0912-487B-D4AD-F574-1C1ECE4D800D}"/>
              </a:ext>
            </a:extLst>
          </p:cNvPr>
          <p:cNvSpPr txBox="1"/>
          <p:nvPr/>
        </p:nvSpPr>
        <p:spPr>
          <a:xfrm>
            <a:off x="1323923" y="3059668"/>
            <a:ext cx="908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SINLab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353C99-D774-614E-137F-BBF79B4678F4}"/>
              </a:ext>
            </a:extLst>
          </p:cNvPr>
          <p:cNvSpPr/>
          <p:nvPr/>
        </p:nvSpPr>
        <p:spPr>
          <a:xfrm>
            <a:off x="2451939" y="5060090"/>
            <a:ext cx="842011" cy="494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Media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A6C86009-41D2-082D-A2DE-D717A21E2868}"/>
              </a:ext>
            </a:extLst>
          </p:cNvPr>
          <p:cNvSpPr/>
          <p:nvPr/>
        </p:nvSpPr>
        <p:spPr>
          <a:xfrm>
            <a:off x="1984135" y="4155302"/>
            <a:ext cx="759066" cy="42013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WiFi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7304ED-5887-DD2F-B62D-6F65D8D2EE4A}"/>
              </a:ext>
            </a:extLst>
          </p:cNvPr>
          <p:cNvCxnSpPr>
            <a:stCxn id="10" idx="2"/>
            <a:endCxn id="6" idx="0"/>
          </p:cNvCxnSpPr>
          <p:nvPr/>
        </p:nvCxnSpPr>
        <p:spPr>
          <a:xfrm flipH="1">
            <a:off x="1817319" y="4575432"/>
            <a:ext cx="546349" cy="484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BA1EB8-C43E-21D0-6432-1D82A00869FA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2363668" y="4575432"/>
            <a:ext cx="509277" cy="4846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436052B-5707-8685-B90B-D2789DFEE40F}"/>
              </a:ext>
            </a:extLst>
          </p:cNvPr>
          <p:cNvSpPr/>
          <p:nvPr/>
        </p:nvSpPr>
        <p:spPr>
          <a:xfrm>
            <a:off x="6417277" y="2545492"/>
            <a:ext cx="1231556" cy="2234513"/>
          </a:xfrm>
          <a:prstGeom prst="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A625D-F16D-997B-9277-B7367557DC5C}"/>
              </a:ext>
            </a:extLst>
          </p:cNvPr>
          <p:cNvSpPr txBox="1"/>
          <p:nvPr/>
        </p:nvSpPr>
        <p:spPr>
          <a:xfrm>
            <a:off x="6646090" y="2545492"/>
            <a:ext cx="773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NREC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E45079-6742-8E62-F88B-073127D309E0}"/>
              </a:ext>
            </a:extLst>
          </p:cNvPr>
          <p:cNvSpPr/>
          <p:nvPr/>
        </p:nvSpPr>
        <p:spPr>
          <a:xfrm>
            <a:off x="6513904" y="4118231"/>
            <a:ext cx="1070824" cy="4942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webrtc</a:t>
            </a:r>
            <a:endParaRPr lang="en-US" dirty="0"/>
          </a:p>
        </p:txBody>
      </p:sp>
      <p:pic>
        <p:nvPicPr>
          <p:cNvPr id="21" name="Picture 20" descr="A blue outline of a map&#10;&#10;AI-generated content may be incorrect.">
            <a:extLst>
              <a:ext uri="{FF2B5EF4-FFF2-40B4-BE49-F238E27FC236}">
                <a16:creationId xmlns:a16="http://schemas.microsoft.com/office/drawing/2014/main" id="{A72238A7-776C-1805-FCFB-B54226CC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439" y="2439506"/>
            <a:ext cx="2446484" cy="24464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7581B0-9E60-96FB-EED9-7906664452F0}"/>
              </a:ext>
            </a:extLst>
          </p:cNvPr>
          <p:cNvSpPr txBox="1"/>
          <p:nvPr/>
        </p:nvSpPr>
        <p:spPr>
          <a:xfrm>
            <a:off x="9835900" y="357110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Spain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E4D309-5D76-0B46-AEE2-0201DD337F09}"/>
              </a:ext>
            </a:extLst>
          </p:cNvPr>
          <p:cNvSpPr/>
          <p:nvPr/>
        </p:nvSpPr>
        <p:spPr>
          <a:xfrm>
            <a:off x="6724726" y="1642079"/>
            <a:ext cx="1231556" cy="4359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TunnelIn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53466C-903C-8EDD-EA06-99A9043A2454}"/>
              </a:ext>
            </a:extLst>
          </p:cNvPr>
          <p:cNvCxnSpPr>
            <a:stCxn id="24" idx="2"/>
            <a:endCxn id="18" idx="0"/>
          </p:cNvCxnSpPr>
          <p:nvPr/>
        </p:nvCxnSpPr>
        <p:spPr>
          <a:xfrm flipH="1">
            <a:off x="7049316" y="2077994"/>
            <a:ext cx="291188" cy="204023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E2BECD8-1F89-12DD-17C8-A6ABF32F6F3E}"/>
              </a:ext>
            </a:extLst>
          </p:cNvPr>
          <p:cNvSpPr/>
          <p:nvPr/>
        </p:nvSpPr>
        <p:spPr>
          <a:xfrm>
            <a:off x="3546389" y="1642079"/>
            <a:ext cx="1231556" cy="4359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TunnelOut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FECDED-AC85-DC60-4E88-D7CBD2898806}"/>
              </a:ext>
            </a:extLst>
          </p:cNvPr>
          <p:cNvCxnSpPr>
            <a:cxnSpLocks/>
            <a:stCxn id="27" idx="2"/>
            <a:endCxn id="9" idx="0"/>
          </p:cNvCxnSpPr>
          <p:nvPr/>
        </p:nvCxnSpPr>
        <p:spPr>
          <a:xfrm flipH="1">
            <a:off x="2872945" y="2077994"/>
            <a:ext cx="1289222" cy="298209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5C7C1AF-DA81-FC3B-E828-27B94C4D0E0F}"/>
              </a:ext>
            </a:extLst>
          </p:cNvPr>
          <p:cNvSpPr/>
          <p:nvPr/>
        </p:nvSpPr>
        <p:spPr>
          <a:xfrm>
            <a:off x="6550975" y="1741617"/>
            <a:ext cx="298455" cy="27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5262B1-660B-6A75-C7C5-E9B77AC2FB22}"/>
              </a:ext>
            </a:extLst>
          </p:cNvPr>
          <p:cNvSpPr txBox="1"/>
          <p:nvPr/>
        </p:nvSpPr>
        <p:spPr>
          <a:xfrm>
            <a:off x="6340733" y="1257983"/>
            <a:ext cx="124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TCP server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F2CCF1-F531-10EA-4590-23BA7E031CDD}"/>
              </a:ext>
            </a:extLst>
          </p:cNvPr>
          <p:cNvSpPr/>
          <p:nvPr/>
        </p:nvSpPr>
        <p:spPr>
          <a:xfrm>
            <a:off x="4706625" y="1724112"/>
            <a:ext cx="298455" cy="2718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4DA47-2E04-2894-9BB5-E3CD3BAD9851}"/>
              </a:ext>
            </a:extLst>
          </p:cNvPr>
          <p:cNvSpPr txBox="1"/>
          <p:nvPr/>
        </p:nvSpPr>
        <p:spPr>
          <a:xfrm>
            <a:off x="4276031" y="1230359"/>
            <a:ext cx="1188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TCP client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04C1A2-09C8-62AD-6D95-2ADE12534483}"/>
              </a:ext>
            </a:extLst>
          </p:cNvPr>
          <p:cNvCxnSpPr>
            <a:stCxn id="35" idx="6"/>
            <a:endCxn id="33" idx="2"/>
          </p:cNvCxnSpPr>
          <p:nvPr/>
        </p:nvCxnSpPr>
        <p:spPr>
          <a:xfrm>
            <a:off x="5005080" y="1860036"/>
            <a:ext cx="1545895" cy="17505"/>
          </a:xfrm>
          <a:prstGeom prst="line">
            <a:avLst/>
          </a:prstGeom>
          <a:ln w="50800"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5C94327-0947-F091-A9E6-FED7A86F6E1B}"/>
              </a:ext>
            </a:extLst>
          </p:cNvPr>
          <p:cNvSpPr txBox="1"/>
          <p:nvPr/>
        </p:nvSpPr>
        <p:spPr>
          <a:xfrm>
            <a:off x="5366696" y="1545198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tunnel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0B7006-01D8-4BED-FADB-ABC57833A1A4}"/>
              </a:ext>
            </a:extLst>
          </p:cNvPr>
          <p:cNvSpPr/>
          <p:nvPr/>
        </p:nvSpPr>
        <p:spPr>
          <a:xfrm>
            <a:off x="10037728" y="1545198"/>
            <a:ext cx="1231556" cy="4359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UDP client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47F9B5-761A-C1FC-BBC9-219AFD30CFE4}"/>
              </a:ext>
            </a:extLst>
          </p:cNvPr>
          <p:cNvSpPr/>
          <p:nvPr/>
        </p:nvSpPr>
        <p:spPr>
          <a:xfrm>
            <a:off x="638664" y="3566300"/>
            <a:ext cx="1400413" cy="43591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UDP server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DF79E3-96ED-7337-D98A-B5D1AF13C68F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338871" y="4002215"/>
            <a:ext cx="397252" cy="105787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896FE8-4DD1-1CAD-B26C-1291EC2FC551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10653506" y="1981113"/>
            <a:ext cx="214571" cy="178769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7699D5-E358-01B9-6BDD-C45AB5569837}"/>
              </a:ext>
            </a:extLst>
          </p:cNvPr>
          <p:cNvCxnSpPr/>
          <p:nvPr/>
        </p:nvCxnSpPr>
        <p:spPr>
          <a:xfrm flipH="1">
            <a:off x="8207003" y="1829489"/>
            <a:ext cx="1593943" cy="175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D24DC7-46B3-548F-15A6-D00A58970FBB}"/>
              </a:ext>
            </a:extLst>
          </p:cNvPr>
          <p:cNvCxnSpPr/>
          <p:nvPr/>
        </p:nvCxnSpPr>
        <p:spPr>
          <a:xfrm flipH="1">
            <a:off x="5096441" y="2015444"/>
            <a:ext cx="1593943" cy="175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3C68745-AEAE-A8BB-D9C0-A042DA832972}"/>
              </a:ext>
            </a:extLst>
          </p:cNvPr>
          <p:cNvCxnSpPr>
            <a:cxnSpLocks/>
          </p:cNvCxnSpPr>
          <p:nvPr/>
        </p:nvCxnSpPr>
        <p:spPr>
          <a:xfrm flipH="1">
            <a:off x="2143099" y="2176853"/>
            <a:ext cx="1693250" cy="15130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29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Carsten Griwodz</dc:creator>
  <cp:lastModifiedBy>Carsten Griwodz</cp:lastModifiedBy>
  <cp:revision>2</cp:revision>
  <dcterms:created xsi:type="dcterms:W3CDTF">2025-11-06T17:48:44Z</dcterms:created>
  <dcterms:modified xsi:type="dcterms:W3CDTF">2025-11-06T17:57:46Z</dcterms:modified>
</cp:coreProperties>
</file>